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463040"/>
            <a:ext cx="65836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74320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FB5B4"/>
                </a:solidFill>
                <a:latin typeface="Calibri"/>
              </a:rPr>
              <a:t>avec prise en charge des rotations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3383280"/>
            <a:ext cx="64008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12263A"/>
                </a:solidFill>
                <a:latin typeface="Calibri"/>
              </a:rPr>
              <a:t>La mise à disposition du personnel et du matériel de prestation de services, de A à Z : du bordereau des prix jusqu'à l'attachement et à la facture (module facturation activable par l'administrateur).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3.43.0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661512330100017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ce que Sijil sait faire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temps de travail, les rotations, le personnel et le matériel, jusqu'à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Temps de travail et rotations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Pointage T / R / ABS en un clic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Rotations 28/28, 14/14, 6/2… par agent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Prévisions, rattrapage, pointage automatique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Vues 1, 3, 6, 12 mois et jours fériés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737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Personnel et matériel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Agents, responsables, administrateurs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Camions, rétrochargeurs, 4x4 pointés aussi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Effectifs bornés par le contrat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Accès envoyés par e-mail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0020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7373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Du contrat à la facture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28600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Bordereau des prix lu automatiquement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Attachement calculé, validé, figé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Facture en option (module activable)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Excel et PDF avec votre logo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6052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Demandes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Titre de congé, attestations, certificat de travail…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Types réglables par l'administrateur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Demandes groupées pour toute l'équipe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Un seul envoi à la direction, suivi et clôture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402336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416052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Documents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70916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Dépôt en vrac, reconnus et renommés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Photos converties en PDF, aperçu, doublons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Rangés dans Google Drive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Pastilles et e-mails au bon moment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02336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416052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Client, droits et confort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709160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Compte client en lecture et remarques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Droits réglables par profil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Français, arabe, anglais, mode sombre</a:t>
            </a:r>
          </a:p>
          <a:p>
            <a:pPr algn="l"/>
            <a:r>
              <a:rPr sz="1300" b="0" i="0">
                <a:solidFill>
                  <a:srgbClr val="12263A"/>
                </a:solidFill>
                <a:latin typeface="Calibri"/>
              </a:rPr>
              <a:t>● Installable, données chez vous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du personnel et du matériel de prestation de services, avec les rotations,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6468234839547308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Matériel (camions, engins, 4x4)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 comme des 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Le matériel aussi : camions, engins, 4x4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engin mis à disposition est pointé comme une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5-materiel-po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454100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98079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Camion 2,5 tonnes, rétrochargeur, véhicule 4x4</a:t>
            </a:r>
            <a:r>
              <a:rPr sz="1500">
                <a:solidFill>
                  <a:srgbClr val="12263A"/>
                </a:solidFill>
                <a:latin typeface="Calibri"/>
              </a:rPr>
              <a:t> — créés avec leur immatriculation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En service (T), à l'arrêt (R), en panne (ABS)</a:t>
            </a:r>
            <a:r>
              <a:rPr sz="1500">
                <a:solidFill>
                  <a:srgbClr val="12263A"/>
                </a:solidFill>
                <a:latin typeface="Calibri"/>
              </a:rPr>
              <a:t> — même grille que le personnel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Repérés par le badge VH, sans compte de connexion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Le nombre d'engins suit le contrat : voyant complet / manque / dépassé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Personnel et matériel, un seul attachement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jours pointés de chaque engin deviennent des quantités et des montants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51-materiel-attach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223760" cy="3947599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46720" y="173736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Une ligne par fonction du bordereau : personnel et matériel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Quantité du mois = jours réellement pointés (modifiable)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Prix unitaire du contrat, total HT calculé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0">
                <a:solidFill>
                  <a:srgbClr val="12263A"/>
                </a:solidFill>
                <a:latin typeface="Calibri"/>
              </a:rPr>
              <a:t>Excel et PDF, puis la facture si le module est activé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24139427014603134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19199731296132608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47787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6861138054286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deck_80784167168591866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Une demande pour toute l'équipe, en une fois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responsable coche les agents : un seul envoi part à la direction, avec la liste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52684019808121594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772400" y="173736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Un, plusieurs ou tous les agents</a:t>
            </a:r>
            <a:r>
              <a:rPr sz="1500">
                <a:solidFill>
                  <a:srgbClr val="12263A"/>
                </a:solidFill>
                <a:latin typeface="Calibri"/>
              </a:rPr>
              <a:t> — une demande par personne, avec son suivi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Types réglables</a:t>
            </a:r>
            <a:r>
              <a:rPr sz="1500">
                <a:solidFill>
                  <a:srgbClr val="12263A"/>
                </a:solidFill>
                <a:latin typeface="Calibri"/>
              </a:rPr>
              <a:t> — « Certificat de travail » en deux clics dans Setup → Demandes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seul message à la direction</a:t>
            </a:r>
            <a:r>
              <a:rPr sz="1500">
                <a:solidFill>
                  <a:srgbClr val="12263A"/>
                </a:solidFill>
                <a:latin typeface="Calibri"/>
              </a:rPr>
              <a:t> — modèle prêt, liste des agents concernés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Réponse, clôture, document remis</a:t>
            </a:r>
            <a:r>
              <a:rPr sz="1500">
                <a:solidFill>
                  <a:srgbClr val="12263A"/>
                </a:solidFill>
                <a:latin typeface="Calibri"/>
              </a:rPr>
              <a:t> — l'agent est prévenu par e-mail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La facturation, c'est vous qui décidez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module que l'administrateur active ou désactive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1495690544715568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173736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Module Facturation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actif ou non, dans Setup → Contrat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Désactivé</a:t>
            </a:r>
            <a:r>
              <a:rPr sz="1500">
                <a:solidFill>
                  <a:srgbClr val="12263A"/>
                </a:solidFill>
                <a:latin typeface="Calibri"/>
              </a:rPr>
              <a:t> — Sijil s'arrête à l'attachement, rien n'est perdu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Accès des responsables</a:t>
            </a:r>
            <a:r>
              <a:rPr sz="1500">
                <a:solidFill>
                  <a:srgbClr val="12263A"/>
                </a:solidFill>
                <a:latin typeface="Calibri"/>
              </a:rPr>
              <a:t> — selon chacun, tous, ou aucun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 validé</a:t>
            </a:r>
            <a:r>
              <a:rPr sz="1500">
                <a:solidFill>
                  <a:srgbClr val="12263A"/>
                </a:solidFill>
                <a:latin typeface="Calibri"/>
              </a:rPr>
              <a:t> — copie figée, la facture en découle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12421255537873993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deck_65201640075808123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59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deck_9220494265802455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59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deck_11204677157588101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59" cy="333756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422788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Pointage automatique chaque jour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Rotation propre à chaque agent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Matériel : camions, engins, 4x4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Import et export Excel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Demandes groupées pour l'équipe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Types de demande personnalisés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Suivi et clôture des demandes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Dépôt de documents en vrac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Photos converties en PDF, doublons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Mot de passe oublié, rester connecté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Bordereau des prix lu (OCR)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Attachement figé, puis facture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Module Facturation activable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Compte client et remarques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Droits réglables par profil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Qui est en ligne ?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600">
                <a:solidFill>
                  <a:srgbClr val="0E4377"/>
                </a:solidFill>
                <a:latin typeface="Calibri"/>
              </a:rPr>
              <a:t>Arabe, anglais, mode sombre,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 et des rotations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JawlaDev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