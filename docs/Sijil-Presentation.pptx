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3.16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chef,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chef de groupe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chef de groupe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chef de groupe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chef de groupe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